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of the restaurant sales dashboard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Academic project delivered as a working demo.</a:t>
            </a:r>
          </a:p>
          <a:p>
            <a:pPr>
              <a:defRPr sz="1800"/>
            </a:pPr>
            <a:r>
              <a:t>- Goal: descriptive sales analysis from an API.</a:t>
            </a:r>
          </a:p>
          <a:p>
            <a:pPr>
              <a:defRPr sz="1800"/>
            </a:pPr>
            <a:r>
              <a:t>- Serverless design with AWS and static frontend.</a:t>
            </a:r>
          </a:p>
          <a:p>
            <a:pPr>
              <a:defRPr sz="1800"/>
            </a:pPr>
            <a:r>
              <a:t>- Focus on visualization, integration, and usability.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Display sales statistics with an interactive dashboard.</a:t>
            </a:r>
          </a:p>
          <a:p>
            <a:pPr>
              <a:defRPr sz="1800"/>
            </a:pPr>
            <a:r>
              <a:t>- Receive JSON data from a real API.</a:t>
            </a:r>
          </a:p>
          <a:p>
            <a:pPr>
              <a:defRPr sz="1800"/>
            </a:pPr>
            <a:r>
              <a:t>- Load data with a central button.</a:t>
            </a:r>
          </a:p>
          <a:p>
            <a:pPr>
              <a:defRPr sz="1800"/>
            </a:pPr>
            <a:r>
              <a:t>- Visualize metrics without manual preprocessing.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Static frontend in HTML/CSS/JS.</a:t>
            </a:r>
          </a:p>
          <a:p>
            <a:pPr>
              <a:defRPr sz="1800"/>
            </a:pPr>
            <a:r>
              <a:t>- Data logic in main.js with fetch to /sales.</a:t>
            </a:r>
          </a:p>
          <a:p>
            <a:pPr>
              <a:defRPr sz="1800"/>
            </a:pPr>
            <a:r>
              <a:t>- Backend designed for AWS serverless: API Gateway + Lambda.</a:t>
            </a:r>
          </a:p>
          <a:p>
            <a:pPr>
              <a:defRPr sz="1800"/>
            </a:pPr>
            <a:r>
              <a:t>- Recommended database: DynamoDB or RDS MySQL.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index.html / en.html: UI in Spanish and English.</a:t>
            </a:r>
          </a:p>
          <a:p>
            <a:pPr>
              <a:defRPr sz="1800"/>
            </a:pPr>
            <a:r>
              <a:t>- main.js: data loading, errors, and charts.</a:t>
            </a:r>
          </a:p>
          <a:p>
            <a:pPr>
              <a:defRPr sz="1800"/>
            </a:pPr>
            <a:r>
              <a:t>- translations.js: localization.</a:t>
            </a:r>
          </a:p>
          <a:p>
            <a:pPr>
              <a:defRPr sz="1800"/>
            </a:pPr>
            <a:r>
              <a:t>- utils.js: formatting and theme.</a:t>
            </a:r>
          </a:p>
          <a:p>
            <a:pPr>
              <a:defRPr sz="1800"/>
            </a:pPr>
            <a:r>
              <a:t>- style.css: responsive and light/dark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products: product catalog.</a:t>
            </a:r>
          </a:p>
          <a:p>
            <a:pPr>
              <a:defRPr sz="1800"/>
            </a:pPr>
            <a:r>
              <a:t>- sales: recorded sales.</a:t>
            </a:r>
          </a:p>
          <a:p>
            <a:pPr>
              <a:defRPr sz="1800"/>
            </a:pPr>
            <a:r>
              <a:t>- Basic design for the demo.</a:t>
            </a:r>
          </a:p>
          <a:p>
            <a:pPr>
              <a:defRPr sz="1800"/>
            </a:pPr>
            <a:r>
              <a:t>- Scalable to restaurants, employees, tables, tickets, and payment methods.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Central Load data button.</a:t>
            </a:r>
          </a:p>
          <a:p>
            <a:pPr>
              <a:defRPr sz="1800"/>
            </a:pPr>
            <a:r>
              <a:t>- Error handling and loading state.</a:t>
            </a:r>
          </a:p>
          <a:p>
            <a:pPr>
              <a:defRPr sz="1800"/>
            </a:pPr>
            <a:r>
              <a:t>- Charts with Chart.js.</a:t>
            </a:r>
          </a:p>
          <a:p>
            <a:pPr>
              <a:defRPr sz="1800"/>
            </a:pPr>
            <a:r>
              <a:t>- Light/dark mode and multilingual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REST API for /sales.</a:t>
            </a:r>
          </a:p>
          <a:p>
            <a:pPr>
              <a:defRPr sz="1800"/>
            </a:pPr>
            <a:r>
              <a:t>- JSON response with sales records.</a:t>
            </a:r>
          </a:p>
          <a:p>
            <a:pPr>
              <a:defRPr sz="1800"/>
            </a:pPr>
            <a:r>
              <a:t>- Deployed in AWS with public access for demo.</a:t>
            </a:r>
          </a:p>
          <a:p>
            <a:pPr>
              <a:defRPr sz="1800"/>
            </a:pPr>
            <a:r>
              <a:t>- Production environments require stronger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Revenue by category.</a:t>
            </a:r>
          </a:p>
          <a:p>
            <a:pPr>
              <a:defRPr sz="1800"/>
            </a:pPr>
            <a:r>
              <a:t>- Orders by hour.</a:t>
            </a:r>
          </a:p>
          <a:p>
            <a:pPr>
              <a:defRPr sz="1800"/>
            </a:pPr>
            <a:r>
              <a:t>- Top selling items.</a:t>
            </a:r>
          </a:p>
          <a:p>
            <a:pPr>
              <a:defRPr sz="1800"/>
            </a:pPr>
            <a:r>
              <a:t>- Daily revenue trends.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screen</a:t>
            </a:r>
          </a:p>
        </p:txBody>
      </p:sp>
      <p:pic>
        <p:nvPicPr>
          <p:cNvPr id="3" name="Picture 2" descr="loading_dark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822105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The app shows a loading state and handles network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dashboard</a:t>
            </a:r>
          </a:p>
        </p:txBody>
      </p:sp>
      <p:pic>
        <p:nvPicPr>
          <p:cNvPr id="3" name="Picture 2" descr="dashboard_dark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105695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Shows revenue by category, orders by hour, top items, and daily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 mode</a:t>
            </a:r>
          </a:p>
        </p:txBody>
      </p:sp>
      <p:pic>
        <p:nvPicPr>
          <p:cNvPr id="3" name="Picture 2" descr="dashboard_light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843211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The same dashboard works in light mode and maintains visual consistency.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a short video showing data loading, chart updates, language switch, and theme toggle.</a:t>
            </a:r>
          </a:p>
          <a:p/>
          <a:p>
            <a:pPr>
              <a:defRPr sz="1600"/>
            </a:pPr>
            <a:r>
              <a:t>Video placeholder: presentation_video.mp4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Strengths: real AWS deployment, serverless architecture, clear visualization.</a:t>
            </a:r>
          </a:p>
          <a:p>
            <a:pPr>
              <a:defRPr sz="1800"/>
            </a:pPr>
            <a:r>
              <a:t>- Weaknesses: descriptive focus, no full operational panel.</a:t>
            </a:r>
          </a:p>
          <a:p>
            <a:pPr>
              <a:defRPr sz="1800"/>
            </a:pPr>
            <a:r>
              <a:t>- Opportunities: POS, CSV import, multi-restaurant, advanced analytics.</a:t>
            </a:r>
          </a:p>
          <a:p>
            <a:pPr>
              <a:defRPr sz="1800"/>
            </a:pPr>
            <a:r>
              <a:t>- Threats: SaaS competition and data security requirements.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Working demo completed.</a:t>
            </a:r>
          </a:p>
          <a:p>
            <a:pPr>
              <a:defRPr sz="1800"/>
            </a:pPr>
            <a:r>
              <a:t>- Solid foundation for a more complete restaurant solution.</a:t>
            </a:r>
          </a:p>
          <a:p>
            <a:pPr>
              <a:defRPr sz="1800"/>
            </a:pPr>
            <a:r>
              <a:t>- Ready to evolve toward prediction, administration, and multi-restaurant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